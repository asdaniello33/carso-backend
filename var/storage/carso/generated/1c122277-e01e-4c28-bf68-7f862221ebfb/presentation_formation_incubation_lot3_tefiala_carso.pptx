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PROJET TEFIALA GEF-7 — RFP/2026/ULA/097 — LOT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Programme d'incubation des entreprises vertes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Paysage Volanony-Matsiatra (PVM) — District de Vohibato — Communes d'Ihazoara, Andranomiditra, Vohitrafeno et Vinanitelo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17352" cy="9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25312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CARSO — Centre d'Affaires de la Région Sud-Ouest (GIE) Client : FAO — Projet TEFIALA GEF-7 (GCP/MAG/090/GFF)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Présentation du CARSO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La mission : comprendre le mandat du Lot 3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Cibles et résultats attendus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Méthodologie : les 5 phases de l'incubation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Le parcours de formation : 5 bootcamps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Planning du programme (Gantt)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Équipe et moyens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Suivi, indicateurs et prochaines étapes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Qui est le CARSO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Un centre d'affaires au service de l'entrepreneuriat du Sud-Ouest malgache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Groupement d'Intérêt Économique (GIE), basé à la CCI de Toliara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Né du programme MIARY, en collaboration avec le Projet PIC (Pôles Intégrés de Croissance)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Accompagnement entrepreneurial, renforcement de compétences et appui stratégique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Objectif : créer des emplois durables pour les opérateurs économiques locaux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Structure d'Appui à l'Entrepreneuriat (SAE) candidate au partenariat FAO TEFIALA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La mission : le mandat du Lot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Transformer les OP en entreprises vertes dans le paysage Volanony-Matsiatra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Organiser et mettre en œuvre le programme d'incubation des OP et de leurs membres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En faire des acteurs engagés dans les chaînes de valeurs cibles du paysage PVM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Dans une logique d'entreprises vertes à impacts positifs sur les ressources naturelles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Zone : District de Vohibato (Haute Matsiatra) — Ihazoara, Andranomiditra, Vohitrafeno, Vinanitelo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Durée : 10 mois maximum, à partir de la signature du contrat avec la FAO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Cibles du Lot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4270248"/>
          <a:ext cx="1082009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23"/>
                <a:gridCol w="2705023"/>
                <a:gridCol w="2705023"/>
                <a:gridCol w="2705023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Commune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OP cibles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Incubés cibles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Bénéficiaires indirects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Ihazoara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Andranomiditra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Vohitrafeno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Vinanitelo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Résultats attendus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R1 : 1 programme d'incubation conçu, harmonisé et mis en œuvre dans le PVM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R2 : 45 membres d'OP incubés avec un parcours structuré de renforcement de capacités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R3 : 4 OP incubées mises en relation avec des mentors et acteurs économiques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R4 : liens fonctionnels opérationnels entre OP, mentors, incubateurs et marchés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À moyen terme : 85 % d'applicabilité des acquis, +80 % de chiffre d'affaires visés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Méthodologie : 5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4270248"/>
          <a:ext cx="10820094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8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Contenu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Période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1. Démarrage et ciblage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Critères d'éligibilité, sensibilisation, sélection des 45 incubés, plan de travail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Mois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2. Formation entrepreneuriale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 bootcamps de 3 jours (gouvernance, esprit d'entreprise, plan d'affaires, marketing, financement)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Mois 2-6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3. Coaching final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Diagnostic final, plan stratégique 1 an, pitch devant bailleurs, mise en réseau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Mois 7-8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4. Suivi post-incubation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Adoption des acquis : comptabilité, rôles, documents financiers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8 jours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5. Mentoring et mise en réseau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Succès stories, master class, communauté de pratique, foires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10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Le parcours de formation : 5 bootcamps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4270248"/>
          <a:ext cx="10820094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8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Bootcamp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Objectif clé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Durée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1. Gouvernance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Structure organisationnelle, rôles, règlement intérieur, décision collective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2. Esprit entrepreneurial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Créativité, confiance en soi, autonomie, résilience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3. Plan d'affaires et gestion financière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Plan d'affaires adapté au GDT/GDF, comptabilité simplifiée, budget, prix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4. Marketing et commercialisation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Cartographie des marchés, vente groupée, négociation, qualité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5. Accès au financement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IMF, banque, subventions ; demande de financement, négociation, épargne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Planning du programme (Gantt)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anning sur 10 mois — cohorte d'entreprises vertes prête d'ici fin août 2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629234"/>
            <a:ext cx="5790895" cy="28248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5508925"/>
            <a:ext cx="5790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Planning sur 10 mois — cohorte d'entreprises vertes prête d'ici fin août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Équipe et moyens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Total : 125 jours-homme sur la période d'incubation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Maîtrise du dialecte local (Betsileo) exigée pour les formateurs et l'assistant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Bootcamps organisés dans les 4 communes, 2 à 3 personnels SAE par session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4270248"/>
          <a:ext cx="10820094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8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Poste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HJ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Chef de mission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Interlocuteur principal FAO/UGP, management de l'équipe, suivi des incubés, 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 Formateurs (principal + accompagnateur)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Conduite des bootcamps, suivi et coaching des incubés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Assistant administratif et logistique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Logistique des sessions de formation en milieu rural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Suivi, indicateurs et prochaines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Point focal dédié CARSO ↔ FAO / UGP TEFIALA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4 rapports clés conditionnant les paiements : initial (M1), étape (fin M1), étape (M7), final (M10)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Pièces justificatives : listes de présence, supports, photos, registres de coaching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Prochaine étape : validation du plan de travail détaillé avec la FAO au démarrage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50 %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MOBILISATION DES ENTREPRENEURS VERTS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1266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994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85 %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APPLICABILITÉ DES ACQUIS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6732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6732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6460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+80 %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CHIFFRE D'AFFAIRES DES INCUBÉS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programme d'incubation des entreprises vertes — Lot 3 PVM (TEFIALA GEF-7)</dc:title>
  <dc:subject/>
  <dc:creator>CARSO — Centre d'Affaires de la Région Sud-Ouest</dc:creator>
  <cp:keywords/>
  <dc:description>generated using python-pptx</dc:description>
  <cp:lastModifiedBy>CARSO — Centre d'Affaires de la Région Sud-Ouest</cp:lastModifiedBy>
  <cp:revision>1</cp:revision>
  <dcterms:created xsi:type="dcterms:W3CDTF">2013-01-27T09:14:16Z</dcterms:created>
  <dcterms:modified xsi:type="dcterms:W3CDTF">2013-01-27T09:15:58Z</dcterms:modified>
  <cp:category/>
</cp:coreProperties>
</file>