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PROJET TEFIALA GEF-7 — RFP/2026/ULA/097 — LOT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Programme d'incubation des entreprises vertes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Paysage Volanony-Matsiatra (PVM) — District de Vohibato — Communes d'Ihazoara, Andranomiditra, Vohitrafeno et Vinanitelo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806440"/>
            <a:ext cx="10817352" cy="9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925312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CARSO — Centre d'Affaires de la Région Sud-Ouest (GIE) Client : FAO — Projet TEFIALA GEF-7 (GCP/MAG/090/GFF)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Présentation du CARSO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La mission : comprendre le mandat du Lot 3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Cibles et résultats attendus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Méthodologie : les 5 phases de l'incubation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Le parcours de formation : 5 bootcamps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Planning du programme (Gantt)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Équipe, moyens, suivi et prochaines étapes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Qui est le CARSO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Un centre d'affaires au service de l'entrepreneuriat du Sud-Ouest malgache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Groupement d'Intérêt Économique (GIE), basé à la CCI de Toliara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Né du programme MIARY, en collaboration avec le Projet PIC (Pôles Intégrés de Croissance)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Accompagnement entrepreneurial, renforcement de compétences et appui stratégique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Objectif : créer des emplois durables pour les opérateurs économiques locaux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Structure d'Appui à l'Entrepreneuriat (SAE) candidate au partenariat FAO TEFIALA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La mission : le mandat du Lot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Transformer les OP en entreprises vertes dans le paysage Volanony-Matsiatra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Organiser et mettre en œuvre le programme d'incubation des OP et de leurs membres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En faire des acteurs engagés dans les chaînes de valeurs cibles du paysage PVM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Dans une logique d'entreprises vertes à impacts positifs sur les ressources naturelles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Zone : District de Vohibato (Haute Matsiatra) — Ihazoara, Andranomiditra, Vohitrafeno, Vinanitelo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Durée : 10 mois maximum, à partir de la signature du contrat avec la FAO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Cibles du Lot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ibles du Lot 3 par commune (OP cibles, incubés cibles, membres d'OP indirectement bénéficiaires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835211"/>
            <a:ext cx="5790895" cy="24128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0" y="5302948"/>
            <a:ext cx="5790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Cibles du Lot 3 par commune (OP cibles, incubés cibles, membres d'OP indirectement bénéficiaires)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Entonnoir de ciblage des incubés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 1 – Entonnoir de ciblage du programme d'incubation du Lo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3136820"/>
            <a:ext cx="5790895" cy="18096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0" y="5001339"/>
            <a:ext cx="5790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Figure 1 – Entonnoir de ciblage du programme d'incubation du Lot 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Résultats attendus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R1 : 1 programme d'incubation conçu, harmonisé et mis en œuvre dans le PVM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R2 : 45 membres d'OP incubés avec un parcours structuré de renforcement de capacités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R3 : 4 OP incubées mises en relation avec des mentors et acteurs économiques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R4 : liens fonctionnels opérationnels entre OP, mentors, incubateurs et marchés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À moyen terme : 85 % d'applicabilité des acquis, +80 % de chiffre d'affaires visés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Méthodologie : le cycle d'incubation en 5 phases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 2 – Le cycle d'incubation du Lot 3 en 5 phas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3046337"/>
            <a:ext cx="5790895" cy="19906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0" y="5091822"/>
            <a:ext cx="5790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Figure 2 – Le cycle d'incubation du Lot 3 en 5 phases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Le parcours de formation : 5 bootcamps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4270248"/>
          <a:ext cx="10820094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8"/>
              </a:tblGrid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Bootcamp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Objectif clé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Durée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1. Gouvernance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Structure organisationnelle, rôles, règlement intérieur, décision collective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2. Esprit entrepreneurial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Créativité, confiance en soi, autonomie, résilience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3. Plan d'affaires et gestion financière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Plan d'affaires adapté au GDT/GDF, comptabilité simplifiée, budget, prix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4. Marketing et commercialisation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Cartographie des marchés, vente groupée, négociation, qualité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5. Accès au financement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IMF, banque, subventions ; demande de financement, négociation, épargne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Planning du programme (Gantt)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 3 – Planning sur 10 mois à partir de la signature du contr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835211"/>
            <a:ext cx="5790895" cy="24128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0" y="5302948"/>
            <a:ext cx="5790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Figure 3 – Planning sur 10 mois à partir de la signature du contrat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Équipe et moyens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 4 – Organigramme de l'équipe du programme (125 jours-homme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3136820"/>
            <a:ext cx="5790895" cy="18096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0" y="5001339"/>
            <a:ext cx="5790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Figure 4 – Organigramme de l'équipe du programme (125 jours-homme)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Indicateurs de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ibles en pourcentage du Lot 3 (mobilisation 50 %, applicabilité des acquis 85 %, augmentation du chiffre d'affaires 80 %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835211"/>
            <a:ext cx="5790895" cy="24128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0" y="5302948"/>
            <a:ext cx="5790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Cibles en pourcentage du Lot 3 (mobilisation 50 %, applicabilité des acquis 85 %, augmentation du chiffre d'affaires 80 %)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Suivi, reporting et prochaines étapes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Rapport initial (M1), 1er rapport d'étape (fin M1), 2e rapport d'étape (M7), rapport final (M10)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Pièces justificatives : listes de présence, supports, photos, registres de coaching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Prochaine étape : validation du plan de travail détaillé avec la FAO au démarrage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087368"/>
            <a:ext cx="3509162" cy="10241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087368"/>
            <a:ext cx="3509162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4270248"/>
            <a:ext cx="328970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Calibri"/>
              </a:rPr>
              <a:t>4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RAPPORTS CLÉS CONDITIONNANT LES PAIEMENTS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1266" y="4087368"/>
            <a:ext cx="3509162" cy="10241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1266" y="4087368"/>
            <a:ext cx="3509162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0994" y="4270248"/>
            <a:ext cx="328970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Calibri"/>
              </a:rPr>
              <a:t>3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TRANCHES DE PAIEMENT (30/20/30/20 %)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6732" y="4087368"/>
            <a:ext cx="3509162" cy="10241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96732" y="4087368"/>
            <a:ext cx="3509162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6460" y="4270248"/>
            <a:ext cx="328970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Calibri"/>
              </a:rPr>
              <a:t>1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POINT FOCAL DÉDIÉ CARSO ↔ FAO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du programme d'incubation des entreprises vertes — Lot 3 PVM (TEFIALA GEF-7)</dc:title>
  <dc:subject/>
  <dc:creator>CARSO — Centre d'Affaires de la Région Sud-Ouest</dc:creator>
  <cp:keywords/>
  <dc:description>generated using python-pptx</dc:description>
  <cp:lastModifiedBy>CARSO — Centre d'Affaires de la Région Sud-Ouest</cp:lastModifiedBy>
  <cp:revision>1</cp:revision>
  <dcterms:created xsi:type="dcterms:W3CDTF">2013-01-27T09:14:16Z</dcterms:created>
  <dcterms:modified xsi:type="dcterms:W3CDTF">2013-01-27T09:15:58Z</dcterms:modified>
  <cp:category/>
</cp:coreProperties>
</file>