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Présentation destinée aux parties prenantes du programme d'incubation du Lot 3 : FAO, UGP TEFIALA, OP et autorités communales.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l'ancrage local (CCI de Toliara, région Atsimo-Andrefana) et l'expérience d'accompagnement des OP et porteurs de projets. Structure d'Appui à l'Entrepreneuriat (SAE) candidate au partenariat FAO TEFIALA.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mandat s'inscrit dans le projet TEFIALA GEF-7 (Restauration des Paysages et des Forêts), mis en œuvre par la FAO avec le MEDD et le MINAE, sur 5 ans (2023-2028), dans trois paysages.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se déroule simultanément dans les quatre communes. Les bootcamps y sont organisés avec 2 à 3 personnels de la SAE par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Cibles tirées des TDR : 5 OP et 15 incubés par commune, 125 membres d'OP indirectement bénéficiaires par commune. 90 entrepreneurs verts identifiés et mobilisés au total, dont 50 % retenus.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processus de sélection est mené avec la FAO et l'UGP TEFIALA : critères d'éligibilité affinés, analyse de profil, ciblage des entrepreneurs verts.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Impacts à moyen terme supplémentaires : 20 OP bénéficient indirectement du programme ; environ 375 membres d'OP touchés par le partage d'expériences et le coaching post-incubation.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Bootcamps de 3 jours, 5 jours par session avec déplacements, 2 à 3 personnels SAE par session. La Phase 1 inclut l'affinage des critères d'éligibilité avec la FAO et l'UGP.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bootcamp se conclut par des livrables concrets : organigramme amélioré, plan d'affaires, plan marketing, dossier de financement.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programmes d'incubation par lot se déroulent simultanément. Planning mensuel détaillé à établir avec la FAO à la signature, en tenant compte des saisons culturales.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CV des personnes pressenties joints en annexe de l'offre technique. Bootcamps organisés dans les 4 communes, 2 à 3 personnels SAE par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Cibles du Lot 3 tirées des TDR : mobilisation 50 %, applicabilité des acquis 85 %, augmentation du chiffre d'affaires 80 %. Suivi par rapports mensuels, bimestriels et trimestriels selon les indicateurs.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rapport retourné après revue FAO est accompagné d'un fichier de suivi des modifications et recommandations.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Remercier l'auditoire et ouvrir la séance de questions-réponses. Rappel : offre technique OFFRE-TECH-LLot 3, appel RFP/2026/ULA/097.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463040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PROJET TEFIALA GEF-7 — RFP/2026/ULA/097 — LOT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Programme d'incubation des entreprises vertes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Paysage Volanony-Matsiatra (PVM) — District de Vohibato — Communes d'Ihazoara, Andranomiditra, Vohitrafeno et Vinanitelo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806440"/>
            <a:ext cx="10817352" cy="9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25312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CARSO — Centre d'Affaires de la Région Sud-Ouest (GIE) Client : FAO — Projet TEFIALA GEF-7 (GCP/MAG/090/GFF)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Présentation du CARSO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La mission : comprendre le mandat du Lot 3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Zone d'intervention et cibles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Méthodologie : le cycle d'incubation en 5 phases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Le parcours de formation : 5 bootcamps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Planning du programme (Gantt)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Équipe, indicateurs, suivi et prochaines étapes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Qui est le CARSO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1 – Le CARSO en un coup d'œil — né du programme MIARY, en collaboration avec le Projet PIC (Pôles Intégrés de Croissanc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25589"/>
            <a:ext cx="10820095" cy="38321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01257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1 – Le CARSO en un coup d'œil — né du programme MIARY, en collaboration avec le Projet PIC (Pôles Intégrés de Croissance)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La mission : le mandat du Lot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Transformer les organisations de producteurs en entreprises vertes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10820095" cy="772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Zone : District de Vohibato (Haute Matsiatra) — Ihazoara, Andranomiditra, Vohitrafeno, Vinanitelo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Durée : 10 mois maximum, à partir de la signature du contrat avec la FAO</a:t>
            </a:r>
          </a:p>
        </p:txBody>
      </p:sp>
      <p:pic>
        <p:nvPicPr>
          <p:cNvPr id="7" name="Picture 6" descr="Figure 2 – De l'organisation de producteurs à l'entreprise verte engagée dans les chaînes de valeu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150"/>
            <a:ext cx="10820095" cy="25923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847329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2 – De l'organisation de producteurs à l'entreprise verte engagée dans les chaînes de valeurs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Zone d'intervention du Lot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3 – Territoire du Lot 3 : quatre communes du district de Vohiba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81944"/>
            <a:ext cx="10820095" cy="37194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956215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3 – Territoire du Lot 3 : quatre communes du district de Vohibato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Cibles du Lot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bles du Lot 3 par commune (OP cibles, incubés cibles, membres d'OP indirectement bénéficiaire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59" y="1938528"/>
            <a:ext cx="10094976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199631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Cibles du Lot 3 par commune (OP cibles, incubés cibles, membres d'OP indirectement bénéficiaires)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Entonnoir de ciblage des incubés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4 – Entonnoir de ciblage du programme d'incubation du Lo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1008"/>
            <a:ext cx="10820095" cy="33812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787151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4 – Entonnoir de ciblage du programme d'incubation du Lot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Résultats attendus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5 – Résultats attendus du programme d'incubation du Lo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94653"/>
            <a:ext cx="10820095" cy="3493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43506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5 – Résultats attendus du programme d'incubation du Lot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Méthodologie : le cycle d'incubation en 5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6 – Le cycle d'incubation du Lot 3 en 5 pha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81944"/>
            <a:ext cx="10820095" cy="37194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956215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6 – Le cycle d'incubation du Lot 3 en 5 phases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Le parcours de formation : 5 bootcamps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4270248"/>
          <a:ext cx="10820094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8"/>
              </a:tblGrid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Bootcamp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Objectif clé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Durée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1. Gouvernance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Structure organisationnelle, rôles, règlement intérieur, décision collective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2. Esprit entrepreneurial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Créativité, confiance en soi, autonomie, résilience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3. Plan d'affaires et gestion financière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Plan d'affaires adapté au GDT/GDF, comptabilité simplifiée, budget, prix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4. Marketing et commercialisation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Cartographie des marchés, vente groupée, négociation, qualité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301752"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5. Accès au financement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IMF, banque, subventions ; demande de financement, négociation, épargne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Planning du programme (Gantt)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7 – Planning sur 10 mois à partir de la signature du contr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59" y="1938528"/>
            <a:ext cx="10094976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199631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7 – Planning sur 10 mois à partir de la signature du contrat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Équipe et moyens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 8 – Organigramme de l'équipe du programme (125 jours-homm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1008"/>
            <a:ext cx="10820095" cy="33812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787151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Figure 8 – Organigramme de l'équipe du programme (125 jours-homme)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Indicateurs de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bles en pourcentage du Lot 3 (mobilisation 50 %, applicabilité des acquis 85 %, augmentation du chiffre d'affaires 80 %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59" y="1938528"/>
            <a:ext cx="10094976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199631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Cibles en pourcentage du Lot 3 (mobilisation 50 %, applicabilité des acquis 85 %, augmentation du chiffre d'affaires 80 %)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Suivi, reporting et prochaines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Rapport initial (M1), 1er rapport d'étape (fin M1), 2e rapport d'étape (M7), rapport final (M10)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Pièces justificatives : listes de présence, supports, photos, registres de coaching</a:t>
            </a:r>
          </a:p>
          <a:p>
            <a:pPr algn="l" marL="237744" indent="-237744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</a:rPr>
              <a:t>Prochaine étape : validation du plan de travail détaillé avec la FAO au démarrage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4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RAPPORTS CLÉS CONDITIONNANT LES PAIEMENTS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1266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994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30/20/30/20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TRANCHES DE PAIEMENT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6732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6732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6460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1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POINT FOCAL DÉDIÉ CARSO ↔ FAO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532D"/>
                </a:solidFill>
                <a:latin typeface="Calibri"/>
              </a:rPr>
              <a:t>Merci de votre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0584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Ensemble, transformons les OP du paysage Volanony-Matsiatra en entreprises vertes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CARSO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CCI TSIMENATSY, TOLIARA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1266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1266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994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carso@carso.mg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+261 34 61 496 36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6732" y="4087368"/>
            <a:ext cx="3509162" cy="10241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6732" y="4087368"/>
            <a:ext cx="3509162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6460" y="4270248"/>
            <a:ext cx="328970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Calibri"/>
              </a:rPr>
              <a:t>carso.mg</a:t>
            </a:r>
          </a:p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CENTRE D'AFFAIRES DE LA RÉGION SUD-OUEST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55080"/>
            <a:ext cx="10820095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28232"/>
            <a:ext cx="9357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Présentation du programme d'incubation des entreprises vertes — Lot 3 PVM (TEFIALA GEF-7)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2855" y="64282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programme d'incubation des entreprises vertes — Lot 3 PVM (TEFIALA GEF-7)</dc:title>
  <dc:subject/>
  <dc:creator>CARSO — Centre d'Affaires de la Région Sud-Ouest</dc:creator>
  <cp:keywords/>
  <dc:description>generated using python-pptx</dc:description>
  <cp:lastModifiedBy>CARSO — Centre d'Affaires de la Région Sud-Ouest</cp:lastModifiedBy>
  <cp:revision>1</cp:revision>
  <dcterms:created xsi:type="dcterms:W3CDTF">2013-01-27T09:14:16Z</dcterms:created>
  <dcterms:modified xsi:type="dcterms:W3CDTF">2013-01-27T09:15:58Z</dcterms:modified>
  <cp:category/>
</cp:coreProperties>
</file>